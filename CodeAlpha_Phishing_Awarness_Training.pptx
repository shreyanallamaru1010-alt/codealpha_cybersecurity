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02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7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24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70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57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03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31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23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1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92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3273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00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3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020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89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13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C49A3D-578B-43F1-A519-F896037489A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7C025-7825-4F6C-90BC-C60E7476E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826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A2B0-CA3A-2424-7BD5-C9C4686CE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754" y="1026373"/>
            <a:ext cx="10304207" cy="2808207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CYBER SECURITY INTERNSHIP PROJECT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PHISHING AWARENESS TRAINING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4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49A9-5F48-E5F2-E778-808FC210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FCF73-6B00-9BBF-3D28-B49E496E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Phishing is a cyber attack in which attackers impersonate trusted organizations to steal confidential information.</a:t>
            </a:r>
          </a:p>
          <a:p>
            <a:r>
              <a:rPr lang="en-US" dirty="0"/>
              <a:t>Attackers may try to obtain:</a:t>
            </a:r>
          </a:p>
          <a:p>
            <a:r>
              <a:rPr lang="en-US" dirty="0"/>
              <a:t>Usernames and passwords</a:t>
            </a:r>
          </a:p>
          <a:p>
            <a:r>
              <a:rPr lang="en-US" dirty="0"/>
              <a:t>Credit/debit card details</a:t>
            </a:r>
          </a:p>
          <a:p>
            <a:r>
              <a:rPr lang="en-US" dirty="0"/>
              <a:t>OTPs</a:t>
            </a:r>
          </a:p>
          <a:p>
            <a:r>
              <a:rPr lang="en-US" dirty="0"/>
              <a:t>Personal information </a:t>
            </a:r>
          </a:p>
          <a:p>
            <a:r>
              <a:rPr lang="en-US" b="1" dirty="0"/>
              <a:t>Fact: </a:t>
            </a:r>
            <a:r>
              <a:rPr lang="en-US" dirty="0"/>
              <a:t>Phishing remains one of the most common causes of data breaches worldwide.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2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F509B-00BB-E755-2897-F3511F08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Common Phishing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6863-4FBD-4280-0366-E4ADBD9B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Phishing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Login Pages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Phishing (Smishing)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Call Scams (Vishing)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Phishing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Quishing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Phishing</a:t>
            </a:r>
          </a:p>
        </p:txBody>
      </p:sp>
    </p:spTree>
    <p:extLst>
      <p:ext uri="{BB962C8B-B14F-4D97-AF65-F5344CB8AC3E}">
        <p14:creationId xmlns:p14="http://schemas.microsoft.com/office/powerpoint/2010/main" val="222930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C24D-9F50-4CC0-F822-4A76CDE6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</a:t>
            </a:r>
            <a:r>
              <a:rPr lang="en-US" dirty="0"/>
              <a:t>How to Spot a Phishing Attempt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1D8C-3D97-6982-9675-56CCCF2D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clicking any link, ask yourself: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Is the sender genuine?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Is the website address correct?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Does the message create panic or urgency?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Are there spelling or grammar mistakes?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Is it asking for sensitive information?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answer is Yes to any of these, be cautious.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4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C7C8-D163-728E-58B2-A215037C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Social Engineering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58DA-730A-8B67-C6C6-B694C2476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36956"/>
            <a:ext cx="10075965" cy="4311444"/>
          </a:xfrm>
        </p:spPr>
        <p:txBody>
          <a:bodyPr/>
          <a:lstStyle/>
          <a:p>
            <a:r>
              <a:rPr lang="en-US" sz="2400" b="1" dirty="0"/>
              <a:t>Attackers manipulate victims by exploiting emotions such as:</a:t>
            </a:r>
          </a:p>
          <a:p>
            <a:r>
              <a:rPr lang="en-US" dirty="0"/>
              <a:t>Fear</a:t>
            </a:r>
          </a:p>
          <a:p>
            <a:r>
              <a:rPr lang="en-US" dirty="0"/>
              <a:t>Trust</a:t>
            </a:r>
          </a:p>
          <a:p>
            <a:r>
              <a:rPr lang="en-US" dirty="0"/>
              <a:t>Curiosity</a:t>
            </a:r>
          </a:p>
          <a:p>
            <a:r>
              <a:rPr lang="en-US" dirty="0"/>
              <a:t>Greed</a:t>
            </a:r>
          </a:p>
          <a:p>
            <a:r>
              <a:rPr lang="en-US" dirty="0"/>
              <a:t>Urgency</a:t>
            </a:r>
          </a:p>
          <a:p>
            <a:r>
              <a:rPr lang="en-US" dirty="0"/>
              <a:t>Example: "Your account has been locked. Click here immediately to reactivate it."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A126-733B-0E38-0F1F-B765484B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Safe Online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723E6-C830-A331-DDD8-5532D453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Always remember to:</a:t>
            </a:r>
          </a:p>
          <a:p>
            <a:r>
              <a:rPr lang="en-IN" dirty="0"/>
              <a:t>Enable Multi-Factor Authentication (MFA).</a:t>
            </a:r>
          </a:p>
          <a:p>
            <a:r>
              <a:rPr lang="en-IN" dirty="0"/>
              <a:t>Keep software updated.</a:t>
            </a:r>
          </a:p>
          <a:p>
            <a:r>
              <a:rPr lang="en-IN" dirty="0"/>
              <a:t>Never share passwords or OTPs.</a:t>
            </a:r>
          </a:p>
          <a:p>
            <a:r>
              <a:rPr lang="en-IN" dirty="0"/>
              <a:t>Download files only from trusted sources.</a:t>
            </a:r>
          </a:p>
          <a:p>
            <a:r>
              <a:rPr lang="en-IN" dirty="0"/>
              <a:t>Use password managers.</a:t>
            </a:r>
          </a:p>
          <a:p>
            <a:r>
              <a:rPr lang="en-IN" dirty="0"/>
              <a:t>Verify suspicious emails before responding.</a:t>
            </a:r>
          </a:p>
        </p:txBody>
      </p:sp>
    </p:spTree>
    <p:extLst>
      <p:ext uri="{BB962C8B-B14F-4D97-AF65-F5344CB8AC3E}">
        <p14:creationId xmlns:p14="http://schemas.microsoft.com/office/powerpoint/2010/main" val="54906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134B-16F2-C2D5-FE63-0E2542E7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Case Study Scenario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0CEE-3DD0-17E1-7515-8031394E0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student receives an email claiming to be from the university scholarship department asking them to confirm their bank details using a provided link.</a:t>
            </a:r>
          </a:p>
          <a:p>
            <a:r>
              <a:rPr lang="en-US" dirty="0"/>
              <a:t>Correct ResponseIgnore the email.</a:t>
            </a:r>
          </a:p>
          <a:p>
            <a:r>
              <a:rPr lang="en-US" dirty="0"/>
              <a:t>Contact the university using its official contact information.</a:t>
            </a:r>
          </a:p>
          <a:p>
            <a:r>
              <a:rPr lang="en-US" dirty="0"/>
              <a:t>Report the email as phishing.</a:t>
            </a:r>
          </a:p>
          <a:p>
            <a:r>
              <a:rPr lang="en-US" dirty="0"/>
              <a:t>Delete the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6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5BA6-B864-1065-9171-CA002658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Interactive Quiz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2A938-2521-2DE5-D9E0-D7D6C7CF5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safest action when receiving an unexpected email attachment?</a:t>
            </a:r>
          </a:p>
          <a:p>
            <a:r>
              <a:rPr lang="en-US" dirty="0"/>
              <a:t>A. Open it immediately</a:t>
            </a:r>
          </a:p>
          <a:p>
            <a:r>
              <a:rPr lang="en-US" dirty="0"/>
              <a:t>B. Verify the sender before opening ✅</a:t>
            </a:r>
          </a:p>
          <a:p>
            <a:r>
              <a:rPr lang="en-US" dirty="0"/>
              <a:t>C. Forward it to friends</a:t>
            </a:r>
          </a:p>
          <a:p>
            <a:endParaRPr lang="en-US" dirty="0"/>
          </a:p>
          <a:p>
            <a:r>
              <a:rPr lang="en-US" dirty="0"/>
              <a:t> Why do attackers create urgency?</a:t>
            </a:r>
          </a:p>
          <a:p>
            <a:r>
              <a:rPr lang="en-US" dirty="0"/>
              <a:t>A. To help users</a:t>
            </a:r>
          </a:p>
          <a:p>
            <a:r>
              <a:rPr lang="en-US" dirty="0"/>
              <a:t>B. To make victims act without thinking ✅</a:t>
            </a:r>
          </a:p>
          <a:p>
            <a:r>
              <a:rPr lang="en-US" dirty="0"/>
              <a:t>C. To improve security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45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2D74-A136-F962-5B21-914EB66D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1F191-AFD9-D7D3-CF0A-D13231552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  <a:p>
            <a:r>
              <a:rPr lang="en-US" dirty="0"/>
              <a:t>Be cautious of unexpected emails.</a:t>
            </a:r>
          </a:p>
          <a:p>
            <a:r>
              <a:rPr lang="en-US" dirty="0"/>
              <a:t>Verify website addresses.</a:t>
            </a:r>
          </a:p>
          <a:p>
            <a:r>
              <a:rPr lang="en-US" dirty="0"/>
              <a:t>Never reveal passwords or OTPs.</a:t>
            </a:r>
          </a:p>
          <a:p>
            <a:r>
              <a:rPr lang="en-US" dirty="0"/>
              <a:t>Report suspicious messages.</a:t>
            </a:r>
          </a:p>
          <a:p>
            <a:r>
              <a:rPr lang="en-US" dirty="0"/>
              <a:t>Cybersecurity begins with awareness.</a:t>
            </a:r>
          </a:p>
          <a:p>
            <a:pPr marL="0" indent="0">
              <a:buNone/>
            </a:pPr>
            <a:r>
              <a:rPr lang="en-US" dirty="0"/>
              <a:t> 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</a:t>
            </a:r>
            <a:r>
              <a:rPr lang="en-US" sz="3200" dirty="0"/>
              <a:t>Thank You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78459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</TotalTime>
  <Words>382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Times New Roman</vt:lpstr>
      <vt:lpstr>Wingdings 3</vt:lpstr>
      <vt:lpstr>Ion</vt:lpstr>
      <vt:lpstr>      CYBER SECURITY INTERNSHIP PROJECT                 PHISHING AWARENESS TRAINING</vt:lpstr>
      <vt:lpstr>                   WHAT IS PHISHING?</vt:lpstr>
      <vt:lpstr>       Common Phishing Techniques</vt:lpstr>
      <vt:lpstr>      How to Spot a Phishing Attempt </vt:lpstr>
      <vt:lpstr>     Social Engineering Techniques</vt:lpstr>
      <vt:lpstr>               Safe Online Habits</vt:lpstr>
      <vt:lpstr>              Case Study Scenario </vt:lpstr>
      <vt:lpstr>               Interactive Quiz </vt:lpstr>
      <vt:lpstr>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Reddy</dc:creator>
  <cp:lastModifiedBy>Shreya Reddy</cp:lastModifiedBy>
  <cp:revision>2</cp:revision>
  <dcterms:created xsi:type="dcterms:W3CDTF">2026-07-20T05:56:15Z</dcterms:created>
  <dcterms:modified xsi:type="dcterms:W3CDTF">2026-07-20T07:05:08Z</dcterms:modified>
</cp:coreProperties>
</file>